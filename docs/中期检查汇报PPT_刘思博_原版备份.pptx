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14F44-B476-2650-7EC8-28223887C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944492-C921-DD7D-BB12-A7AB879CD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2E459D-A463-BA3F-2593-555BBED1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2EF4E-D067-DD70-2D5B-24328423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BBA70-9915-E89C-8820-1D72E36C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97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709CB8-254B-40B7-3C49-FE20973A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8DA6B-BCCF-5847-A7E6-D83A7AD0E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747AC0-0A49-0354-4DC1-57CDBF74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C5B31-46A5-1A7F-241F-039E14D7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8F3AA9-4727-7C9F-A123-4FFF7DD6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14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2B2C1-0B11-7D8A-BA9D-7CAE6D7C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D26EB9-653F-A954-240C-AF15B750D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459F4B-297D-734E-1CF2-1ECC1226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DB24B-5F7B-34D8-4A2A-8E71BA65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A7C25-8DD4-749B-3DE5-48DE9BB7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06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27E0F-357E-F73E-82CA-6A8BE907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A32F7F-EC84-B127-F083-B481CBF85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83329A-F531-2FF3-E1B6-33726810F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FAE359-68AF-E351-40C8-4BCD9B1F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2D7FC6-8EF8-AD03-248D-E006B647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7AD07F-B8B6-3C07-6A8A-B5488DD8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2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6D39E-B67E-BD63-858B-211608E6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6F5B26-D557-54E1-B62E-7EDA2824E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7F5B4D-915B-1166-92F3-F2FBFC56C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49ED40-A2D7-25C4-67DA-9229DAD0F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5A2A01-DA05-4109-3002-0522F97FF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5B8C07-C5FD-B707-5735-F9552F258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A66F0B-B507-238A-5B4F-017A790D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E353B1-9DFB-70E0-129C-B80513C6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4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92C84-D45A-56B8-752E-8F77D6AF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0B191F-FA5A-0B5A-FFB8-FC8F2AC9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9BADCC-0F9E-1433-20CF-62D300BE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C07DFA-7DB4-D9F1-119A-D3719A16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5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CF1479-C65E-3B61-E32C-A9A535F2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2701A0-7AF2-BBCB-7AA9-2E8C68C7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0550FB-02A8-454F-1A3F-424F0032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04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C699D-E8B1-B760-B7C0-CF00EE34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4E8A4-04AB-9018-96DC-83978EF58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9762B0-9A06-9A5A-9BC8-1A608EBAE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EF73BA-09BA-7AB3-539B-671936C8A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424F1F-A89F-63C2-7317-B487E979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9BFCED-272D-7FF9-3EAB-7E1674B2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63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FF73C-0C53-9742-69AE-C411E7125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95B372-7C7B-8083-067A-F4A7169CD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712973-AD67-A480-E5EB-7B13E7904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EEDECD-AA58-9721-3830-D8DAFCAF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A8674C-D120-0BE5-9FFC-FB5C54D7A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1472B9-132C-46D9-209C-76A479C4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35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4007A-AC61-0512-5DC5-43DAFA2B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01B891-CB08-8A07-4EE8-A3D53BB97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276414-09B0-E8AA-D0F9-18FB77B8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7F1543-C0CB-3356-C700-483F9B95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4409DC-842C-0FCD-8396-87BA031C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78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C7BC14-2AE6-B8A4-7225-7077B3897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07DA6C-A5C0-D871-40B9-8B7F50478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AAFF6-EA74-EA0C-7181-370684C9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582EF-7FC1-761B-6CBE-12B17248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863388-1A68-CA53-2EBD-F0106F03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207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4068C-B1A3-C191-B6D3-047EB60B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0E8499-BA27-346D-C0C1-43254C8A8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E1931-BE0C-EBE0-89F9-7393876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0B04C9-4555-24AB-1CB6-C9AC36E8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359EB4-6679-DCC5-4302-4E32DED7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90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C8AE51-1C57-1A2A-6256-501C4482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ECBFA6-2B30-DC3A-5731-4D782087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6F71C-CDA7-7F95-2FF3-51F32653E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BBCFF-5944-4546-9C47-8A81A30F986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6B543-C3D3-5410-CC84-92689B6FB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A9E63-210D-AFF1-29CC-EEEBDDD5D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18A5F-2736-4B1C-B685-2C2C267AC4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32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F7939-2CBB-FFA1-AB08-C4057F31F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基于 </a:t>
            </a:r>
            <a:r>
              <a:rPr lang="en-US" altLang="zh-CN">
                <a:ea typeface="宋体" panose="02010600030101010101" pitchFamily="2" charset="-122"/>
              </a:rPr>
              <a:t>Spring Boot </a:t>
            </a:r>
            <a:r>
              <a:rPr lang="zh-CN" altLang="en-US">
                <a:ea typeface="宋体" panose="02010600030101010101" pitchFamily="2" charset="-122"/>
              </a:rPr>
              <a:t>的房屋交易平台设计与实现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8C7F82-D792-BE6E-BB99-870284D840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>
                <a:ea typeface="宋体" panose="02010600030101010101" pitchFamily="2" charset="-122"/>
              </a:rPr>
              <a:t>刘思博</a:t>
            </a:r>
          </a:p>
          <a:p>
            <a:r>
              <a:rPr lang="zh-CN" altLang="en-US">
                <a:ea typeface="宋体" panose="02010600030101010101" pitchFamily="2" charset="-122"/>
              </a:rPr>
              <a:t>数据科学与大数据技术</a:t>
            </a:r>
          </a:p>
          <a:p>
            <a:r>
              <a:rPr lang="zh-CN" altLang="en-US">
                <a:ea typeface="宋体" panose="02010600030101010101" pitchFamily="2" charset="-122"/>
              </a:rPr>
              <a:t>指导教师：阳锋</a:t>
            </a:r>
          </a:p>
          <a:p>
            <a:r>
              <a:rPr lang="zh-CN" altLang="en-US">
                <a:ea typeface="宋体" panose="02010600030101010101" pitchFamily="2" charset="-122"/>
              </a:rPr>
              <a:t>毕业设计中期检查汇报</a:t>
            </a:r>
          </a:p>
        </p:txBody>
      </p:sp>
    </p:spTree>
    <p:extLst>
      <p:ext uri="{BB962C8B-B14F-4D97-AF65-F5344CB8AC3E}">
        <p14:creationId xmlns:p14="http://schemas.microsoft.com/office/powerpoint/2010/main" val="62297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81C57-E0EE-8E2A-8BB1-032D5E3D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ea typeface="宋体" panose="02010600030101010101" pitchFamily="2" charset="-122"/>
              </a:rPr>
              <a:t>课题背景与研究目标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2963D0-BA8A-2E6C-8FBA-C9A9214AC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传统房屋交易存在信息分散、流程繁琐、效率低的问题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构建支持普通用户、经纪人、管理员三类角色的平台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实现房源发布、检索、预约、咨询、管理等核心流程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提升平台可用性、扩展性和展示效果</a:t>
            </a:r>
          </a:p>
        </p:txBody>
      </p:sp>
    </p:spTree>
    <p:extLst>
      <p:ext uri="{BB962C8B-B14F-4D97-AF65-F5344CB8AC3E}">
        <p14:creationId xmlns:p14="http://schemas.microsoft.com/office/powerpoint/2010/main" val="252031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2BC51-DD48-896E-E344-4EE9DB7B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ea typeface="宋体" panose="02010600030101010101" pitchFamily="2" charset="-122"/>
              </a:rPr>
              <a:t>技术路线与系统架构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8D3176-D4A7-A856-E06A-D5B9FC17C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前端：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Vue3 + Vite + Element Plus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后端：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Spring Boot + Spring Security + JWT + JPA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数据库：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MySQL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辅助技术：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ECharts</a:t>
            </a:r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Leaflet</a:t>
            </a:r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3D </a:t>
            </a:r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模型展示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3F7808-189E-9C9E-DB34-FCFBE7669E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778000"/>
            <a:ext cx="6604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E47A8-D6B9-A97E-378F-97B22AC7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ea typeface="宋体" panose="02010600030101010101" pitchFamily="2" charset="-122"/>
              </a:rPr>
              <a:t>系统功能模块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E7C9DE-3325-7A3C-B6BB-DC989AA31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用户模块：注册、登录、个人信息管理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房源模块：发布、编辑、审核、查询、筛选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业务模块：预约看房、在线咨询、评论、工单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管理模块：经纪人工作台、管理员后台、统计分析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扩展模块：推荐、地图找房、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3D </a:t>
            </a:r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看房、软装设计</a:t>
            </a:r>
          </a:p>
        </p:txBody>
      </p:sp>
    </p:spTree>
    <p:extLst>
      <p:ext uri="{BB962C8B-B14F-4D97-AF65-F5344CB8AC3E}">
        <p14:creationId xmlns:p14="http://schemas.microsoft.com/office/powerpoint/2010/main" val="320040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D6BA6-F30E-F3E5-9541-3A5E04A6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ea typeface="宋体" panose="02010600030101010101" pitchFamily="2" charset="-122"/>
              </a:rPr>
              <a:t>当前已完成的主要工作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5CCA62-E6A1-6DDA-B9F4-3E86BA4F1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已完成需求分析、概要设计、数据库设计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已完成前后端基础框架搭建和数据库初始化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已实现用户登录鉴权和三类角色权限控制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已实现房源管理、预约、咨询、评论、统计等核心功能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已完成部分扩展功能：推荐、地图、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3D </a:t>
            </a:r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看房、软装工作室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当前整体完成度约 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70%</a:t>
            </a:r>
            <a:endParaRPr lang="zh-CN" altLang="en-US" sz="24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820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90219-D1E2-08F9-2420-193CC831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ea typeface="宋体" panose="02010600030101010101" pitchFamily="2" charset="-122"/>
              </a:rPr>
              <a:t>重点功能展示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87B2C9-811B-AFC0-303C-FB09EB641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房源列表与多条件筛选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房源详情与收藏、对比、预约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管理员后台统计与房源审核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地图找房与 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3D </a:t>
            </a:r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看房展示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建议答辩时按“用户端 </a:t>
            </a:r>
            <a:r>
              <a:rPr lang="en-US" altLang="zh-CN" sz="2400">
                <a:latin typeface="Calibri" panose="020F0502020204030204" pitchFamily="34" charset="0"/>
                <a:ea typeface="宋体" panose="02010600030101010101" pitchFamily="2" charset="-122"/>
              </a:rPr>
              <a:t>-&gt; </a:t>
            </a:r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后台端”顺序演示</a:t>
            </a:r>
          </a:p>
        </p:txBody>
      </p:sp>
    </p:spTree>
    <p:extLst>
      <p:ext uri="{BB962C8B-B14F-4D97-AF65-F5344CB8AC3E}">
        <p14:creationId xmlns:p14="http://schemas.microsoft.com/office/powerpoint/2010/main" val="24766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845FE-2F59-304C-7C7A-ACB542A8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ea typeface="宋体" panose="02010600030101010101" pitchFamily="2" charset="-122"/>
              </a:rPr>
              <a:t>目前存在的问题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8491E3-3077-42B2-FD85-D97BA95E1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部分功能仍偏演示性质，如支付和部分推荐逻辑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前后端联调细节仍需继续优化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异常处理、提示信息、测试覆盖还不够完善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论文内容与系统截图还需要继续整理</a:t>
            </a:r>
          </a:p>
        </p:txBody>
      </p:sp>
    </p:spTree>
    <p:extLst>
      <p:ext uri="{BB962C8B-B14F-4D97-AF65-F5344CB8AC3E}">
        <p14:creationId xmlns:p14="http://schemas.microsoft.com/office/powerpoint/2010/main" val="1903787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C5043-B899-C38C-3F48-FCDAA5CA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ea typeface="宋体" panose="02010600030101010101" pitchFamily="2" charset="-122"/>
              </a:rPr>
              <a:t>下一步计划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906D36-4413-2B84-81F7-35D1E4351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完善系统测试与异常处理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优化推荐、支付展示和页面细节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整理论文图表、流程图和运行截图</a:t>
            </a:r>
          </a:p>
          <a:p>
            <a:r>
              <a:rPr lang="zh-CN" altLang="en-US" sz="2400">
                <a:latin typeface="Calibri" panose="020F0502020204030204" pitchFamily="34" charset="0"/>
                <a:ea typeface="宋体" panose="02010600030101010101" pitchFamily="2" charset="-122"/>
              </a:rPr>
              <a:t>完成论文撰写、修改和答辩准备</a:t>
            </a:r>
          </a:p>
        </p:txBody>
      </p:sp>
    </p:spTree>
    <p:extLst>
      <p:ext uri="{BB962C8B-B14F-4D97-AF65-F5344CB8AC3E}">
        <p14:creationId xmlns:p14="http://schemas.microsoft.com/office/powerpoint/2010/main" val="496615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宽屏</PresentationFormat>
  <Paragraphs>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宋体</vt:lpstr>
      <vt:lpstr>Arial</vt:lpstr>
      <vt:lpstr>Calibri</vt:lpstr>
      <vt:lpstr>Office 主题​​</vt:lpstr>
      <vt:lpstr>基于 Spring Boot 的房屋交易平台设计与实现</vt:lpstr>
      <vt:lpstr>课题背景与研究目标</vt:lpstr>
      <vt:lpstr>技术路线与系统架构</vt:lpstr>
      <vt:lpstr>系统功能模块</vt:lpstr>
      <vt:lpstr>当前已完成的主要工作</vt:lpstr>
      <vt:lpstr>重点功能展示</vt:lpstr>
      <vt:lpstr>目前存在的问题</vt:lpstr>
      <vt:lpstr>下一步计划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思博 刘</dc:creator>
  <cp:lastModifiedBy>思博 刘</cp:lastModifiedBy>
  <cp:revision>1</cp:revision>
  <dcterms:created xsi:type="dcterms:W3CDTF">2026-04-18T04:25:13Z</dcterms:created>
  <dcterms:modified xsi:type="dcterms:W3CDTF">2026-04-18T04:25:13Z</dcterms:modified>
</cp:coreProperties>
</file>